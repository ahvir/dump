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</p:sldIdLst>
  <p:sldSz cx="12192000" cy="6858000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Tahoma" panose="020B0604030504040204" pitchFamily="3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j9dIx+s6np58tXGBM9QBJ1PYKT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Ans: No it will not and inline elements do not have a specified width</a:t>
            </a:r>
            <a:endParaRPr/>
          </a:p>
        </p:txBody>
      </p:sp>
      <p:sp>
        <p:nvSpPr>
          <p:cNvPr id="159" name="Google Shape;159;p1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5" name="Google Shape;385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8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8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8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12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12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12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2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12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12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2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1"/>
          <p:cNvSpPr txBox="1">
            <a:spLocks noGrp="1"/>
          </p:cNvSpPr>
          <p:nvPr>
            <p:ph type="body" idx="1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31"/>
          <p:cNvSpPr txBox="1">
            <a:spLocks noGrp="1"/>
          </p:cNvSpPr>
          <p:nvPr>
            <p:ph type="body" idx="2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3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" name="Google Shape;40;p13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1" name="Google Shape;41;p13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13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3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3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2" name="Google Shape;52;p13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3" name="Google Shape;53;p13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" name="Google Shape;54;p13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6"/>
          <p:cNvSpPr txBox="1"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4165: Web Programming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 b="1"/>
              <a:t>Lecture 3</a:t>
            </a:r>
            <a:endParaRPr b="1"/>
          </a:p>
        </p:txBody>
      </p:sp>
      <p:sp>
        <p:nvSpPr>
          <p:cNvPr id="96" name="Google Shape;96;p1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Saturday, September 23, 2023</a:t>
            </a:r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Font typeface="Arial"/>
              <a:buChar char="•"/>
            </a:pPr>
            <a:r>
              <a:rPr lang="en-US"/>
              <a:t>If you were asked now, could you explain the following CSS properties? Also which ones apply to which type of tag (inline/block)?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Font typeface="Arial"/>
              <a:buChar char="•"/>
            </a:pPr>
            <a:r>
              <a:rPr lang="en-US" b="1"/>
              <a:t>width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Font typeface="Arial"/>
              <a:buChar char="•"/>
            </a:pPr>
            <a:r>
              <a:rPr lang="en-US" b="1"/>
              <a:t>height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Font typeface="Arial"/>
              <a:buChar char="•"/>
            </a:pPr>
            <a:r>
              <a:rPr lang="en-US" b="1"/>
              <a:t>background-color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Font typeface="Arial"/>
              <a:buChar char="•"/>
            </a:pPr>
            <a:r>
              <a:rPr lang="en-US" b="1"/>
              <a:t>color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Font typeface="Arial"/>
              <a:buChar char="•"/>
            </a:pPr>
            <a:r>
              <a:rPr lang="en-US" b="1"/>
              <a:t>padding</a:t>
            </a:r>
            <a:r>
              <a:rPr lang="en-US"/>
              <a:t> (padding-left, padding-right, padding-top, padding-bottom)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Font typeface="Arial"/>
              <a:buChar char="•"/>
            </a:pPr>
            <a:r>
              <a:rPr lang="en-US" b="1"/>
              <a:t>margin</a:t>
            </a:r>
            <a:r>
              <a:rPr lang="en-US"/>
              <a:t> (margin -left, margin -right, margin -top, margin -bottom)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270"/>
              <a:buFont typeface="Arial"/>
              <a:buChar char="•"/>
            </a:pPr>
            <a:r>
              <a:rPr lang="en-US" b="1"/>
              <a:t>border-style, border-color, border-width, border-radius</a:t>
            </a:r>
            <a:endParaRPr/>
          </a:p>
        </p:txBody>
      </p:sp>
      <p:sp>
        <p:nvSpPr>
          <p:cNvPr id="104" name="Google Shape;104;p13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5" name="Google Shape;105;p13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properties that have been taught to you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0"/>
          <p:cNvSpPr txBox="1">
            <a:spLocks noGrp="1"/>
          </p:cNvSpPr>
          <p:nvPr>
            <p:ph type="body" idx="1"/>
          </p:nvPr>
        </p:nvSpPr>
        <p:spPr>
          <a:xfrm>
            <a:off x="838200" y="1941095"/>
            <a:ext cx="5257800" cy="42358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margin (a bit more)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float (and clear)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display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background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position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overflow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box-sizing</a:t>
            </a:r>
            <a:endParaRPr/>
          </a:p>
        </p:txBody>
      </p:sp>
      <p:sp>
        <p:nvSpPr>
          <p:cNvPr id="111" name="Google Shape;111;p14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2" name="Google Shape;112;p14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Some more properties we will learn about</a:t>
            </a:r>
            <a:endParaRPr/>
          </a:p>
        </p:txBody>
      </p:sp>
      <p:sp>
        <p:nvSpPr>
          <p:cNvPr id="113" name="Google Shape;113;p140"/>
          <p:cNvSpPr txBox="1"/>
          <p:nvPr/>
        </p:nvSpPr>
        <p:spPr>
          <a:xfrm>
            <a:off x="6272462" y="1941094"/>
            <a:ext cx="5081337" cy="42358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marR="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Text-related properties</a:t>
            </a:r>
            <a:endParaRPr/>
          </a:p>
          <a:p>
            <a:pPr marL="685800" marR="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box-shadow</a:t>
            </a:r>
            <a:endParaRPr/>
          </a:p>
          <a:p>
            <a:pPr marL="685800" marR="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opacity</a:t>
            </a:r>
            <a:endParaRPr/>
          </a:p>
          <a:p>
            <a:pPr marL="685800" marR="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cursor</a:t>
            </a:r>
            <a:endParaRPr/>
          </a:p>
          <a:p>
            <a:pPr marL="685800" marR="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max-width</a:t>
            </a:r>
            <a:endParaRPr/>
          </a:p>
          <a:p>
            <a:pPr marL="685800" marR="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min-width</a:t>
            </a:r>
            <a:endParaRPr/>
          </a:p>
          <a:p>
            <a:pPr marL="685800" marR="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object-fit</a:t>
            </a:r>
            <a:endParaRPr/>
          </a:p>
        </p:txBody>
      </p:sp>
      <p:sp>
        <p:nvSpPr>
          <p:cNvPr id="114" name="Google Shape;114;p140"/>
          <p:cNvSpPr/>
          <p:nvPr/>
        </p:nvSpPr>
        <p:spPr>
          <a:xfrm>
            <a:off x="2075514" y="1017765"/>
            <a:ext cx="804098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may have seen a few of these already!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We have seen margin-left, margin-right, margin-top, margin-bottom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What happens if there is no more room for margins? (imagine you are in crowded a lift during covid time )</a:t>
            </a:r>
            <a:endParaRPr/>
          </a:p>
        </p:txBody>
      </p:sp>
      <p:sp>
        <p:nvSpPr>
          <p:cNvPr id="120" name="Google Shape;120;p14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1" name="Google Shape;121;p14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Margin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We have seen margin-left, margin-right, margin-top, margin-bottom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What happens if there is no more room for margins? (imagine you are in crowded a lift during covid time )</a:t>
            </a:r>
            <a:endParaRPr/>
          </a:p>
        </p:txBody>
      </p:sp>
      <p:sp>
        <p:nvSpPr>
          <p:cNvPr id="127" name="Google Shape;127;p14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28" name="Google Shape;128;p14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Margin</a:t>
            </a:r>
            <a:endParaRPr/>
          </a:p>
        </p:txBody>
      </p:sp>
      <p:pic>
        <p:nvPicPr>
          <p:cNvPr id="129" name="Google Shape;129;p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4691" y="4415590"/>
            <a:ext cx="65817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2"/>
          <p:cNvSpPr txBox="1"/>
          <p:nvPr/>
        </p:nvSpPr>
        <p:spPr>
          <a:xfrm>
            <a:off x="2644691" y="3521962"/>
            <a:ext cx="64892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inline elements: Try to get this done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yourself using margin-left and margin-right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We have seen margin-left, margin-right, margin-top, margin-bottom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What happens if there is no more room for margins? (imagine you are in crowded a lift during covid time )</a:t>
            </a:r>
            <a:endParaRPr/>
          </a:p>
        </p:txBody>
      </p:sp>
      <p:sp>
        <p:nvSpPr>
          <p:cNvPr id="136" name="Google Shape;136;p14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37" name="Google Shape;137;p14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Margin</a:t>
            </a:r>
            <a:endParaRPr/>
          </a:p>
        </p:txBody>
      </p:sp>
      <p:pic>
        <p:nvPicPr>
          <p:cNvPr id="138" name="Google Shape;138;p1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4691" y="4415590"/>
            <a:ext cx="658177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3"/>
          <p:cNvSpPr txBox="1"/>
          <p:nvPr/>
        </p:nvSpPr>
        <p:spPr>
          <a:xfrm>
            <a:off x="2644691" y="3521962"/>
            <a:ext cx="64892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inline elements: </a:t>
            </a:r>
            <a:r>
              <a:rPr lang="en-US" sz="24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to get this done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yourself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margin-left and margin-right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We have seen margin-left, margin-right, margin-top, margin-bottom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What happens if there is no more room for margins? (imagine you are in crowded a lift during covid time )</a:t>
            </a:r>
            <a:endParaRPr/>
          </a:p>
        </p:txBody>
      </p:sp>
      <p:sp>
        <p:nvSpPr>
          <p:cNvPr id="145" name="Google Shape;145;p14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6" name="Google Shape;146;p14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Margin</a:t>
            </a:r>
            <a:endParaRPr/>
          </a:p>
        </p:txBody>
      </p:sp>
      <p:sp>
        <p:nvSpPr>
          <p:cNvPr id="147" name="Google Shape;147;p144"/>
          <p:cNvSpPr txBox="1"/>
          <p:nvPr/>
        </p:nvSpPr>
        <p:spPr>
          <a:xfrm>
            <a:off x="3138397" y="3545764"/>
            <a:ext cx="56156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block elements: </a:t>
            </a:r>
            <a:r>
              <a:rPr lang="en-US" sz="24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us do it now!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8765" y="4482562"/>
            <a:ext cx="5314470" cy="2295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4" name="Google Shape;154;p14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Margin</a:t>
            </a:r>
            <a:endParaRPr/>
          </a:p>
        </p:txBody>
      </p:sp>
      <p:pic>
        <p:nvPicPr>
          <p:cNvPr id="155" name="Google Shape;155;p1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2069" y="1351827"/>
            <a:ext cx="9567862" cy="498309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/>
              <a:t>Observations</a:t>
            </a:r>
            <a:r>
              <a:rPr lang="en-US"/>
              <a:t>: If due to margins, the inside of a container becomes too crowded, the elements may come out.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/>
              <a:t>Note</a:t>
            </a:r>
            <a:r>
              <a:rPr lang="en-US"/>
              <a:t> regarding </a:t>
            </a:r>
            <a:r>
              <a:rPr lang="en-US" b="1"/>
              <a:t>margin : auto </a:t>
            </a:r>
            <a:r>
              <a:rPr lang="en-US"/>
              <a:t>– you must set the width before using it.</a:t>
            </a: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Will margin-auto work on inline elements?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Why? Why not?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162" name="Google Shape;162;p14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3" name="Google Shape;163;p14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Margin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So we can convert between tag types as we just saw.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Can we do it arbitrarily? Yes!</a:t>
            </a:r>
            <a:endParaRPr/>
          </a:p>
          <a:p>
            <a:pPr marL="1143000" lvl="1" indent="-34163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display: block;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display: inline;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display: inline-block;</a:t>
            </a: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269" name="Google Shape;269;p16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70" name="Google Shape;270;p16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display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So we can convert between tag types as we just saw.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Can we do it arbitrarily? Yes!</a:t>
            </a:r>
            <a:endParaRPr/>
          </a:p>
          <a:p>
            <a:pPr marL="1143000" lvl="1" indent="-34163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display: block;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display: inline;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>
                <a:solidFill>
                  <a:srgbClr val="FF0000"/>
                </a:solidFill>
              </a:rPr>
              <a:t>display: inline-block;</a:t>
            </a: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276" name="Google Shape;276;p16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77" name="Google Shape;277;p16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display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solidFill>
                  <a:srgbClr val="FF0000"/>
                </a:solidFill>
              </a:rPr>
              <a:t>display: inline-block;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It stops taking the full width of the parent.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It no longer forces a new line.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It can sit next to other inline / inline-block elements.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You can still set width and height.</a:t>
            </a: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Basically it converts a tag into an inline tag like span, but unlike a regular span, you can adjust its width and height</a:t>
            </a: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>
              <a:solidFill>
                <a:srgbClr val="FF0000"/>
              </a:solidFill>
            </a:endParaRPr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>
              <a:solidFill>
                <a:srgbClr val="FF0000"/>
              </a:solidFill>
            </a:endParaRPr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283" name="Google Shape;283;p16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84" name="Google Shape;284;p16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display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A span, then a div, then another span</a:t>
            </a:r>
            <a:endParaRPr/>
          </a:p>
        </p:txBody>
      </p:sp>
      <p:sp>
        <p:nvSpPr>
          <p:cNvPr id="290" name="Google Shape;290;p16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91" name="Google Shape;291;p16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display</a:t>
            </a:r>
            <a:endParaRPr/>
          </a:p>
        </p:txBody>
      </p:sp>
      <p:pic>
        <p:nvPicPr>
          <p:cNvPr id="292" name="Google Shape;292;p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9387" y="2506579"/>
            <a:ext cx="675322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Make the div inline-block (it just looks inline)</a:t>
            </a:r>
            <a:endParaRPr/>
          </a:p>
        </p:txBody>
      </p:sp>
      <p:sp>
        <p:nvSpPr>
          <p:cNvPr id="298" name="Google Shape;298;p16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99" name="Google Shape;299;p16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display</a:t>
            </a:r>
            <a:endParaRPr/>
          </a:p>
        </p:txBody>
      </p:sp>
      <p:pic>
        <p:nvPicPr>
          <p:cNvPr id="300" name="Google Shape;300;p1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0812" y="2463007"/>
            <a:ext cx="681037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Set its width and height (50px by 50px)</a:t>
            </a:r>
            <a:endParaRPr/>
          </a:p>
        </p:txBody>
      </p:sp>
      <p:sp>
        <p:nvSpPr>
          <p:cNvPr id="306" name="Google Shape;306;p16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07" name="Google Shape;307;p16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display</a:t>
            </a:r>
            <a:endParaRPr/>
          </a:p>
        </p:txBody>
      </p:sp>
      <p:pic>
        <p:nvPicPr>
          <p:cNvPr id="308" name="Google Shape;308;p1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9375" y="2658226"/>
            <a:ext cx="695325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border: 1px solid black;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border-radius: 10px;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Do it yourselves!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314" name="Google Shape;314;p16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15" name="Google Shape;315;p16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border</a:t>
            </a:r>
            <a:endParaRPr/>
          </a:p>
        </p:txBody>
      </p:sp>
      <p:pic>
        <p:nvPicPr>
          <p:cNvPr id="316" name="Google Shape;316;p1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6925" y="3236272"/>
            <a:ext cx="7915275" cy="26860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/>
              <a:t>This CSS property is self explanatory:</a:t>
            </a:r>
            <a:endParaRPr/>
          </a:p>
          <a:p>
            <a:pPr marL="74295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position: static (default)</a:t>
            </a:r>
            <a:endParaRPr/>
          </a:p>
          <a:p>
            <a:pPr marL="74295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position: relative</a:t>
            </a:r>
            <a:endParaRPr/>
          </a:p>
          <a:p>
            <a:pPr marL="74295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position: absolute</a:t>
            </a:r>
            <a:endParaRPr/>
          </a:p>
          <a:p>
            <a:pPr marL="74295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position: fixed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2286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endParaRPr b="1"/>
          </a:p>
          <a:p>
            <a:pPr marL="2286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 b="1"/>
              <a:t>A file titled demoPosition.html has been shared with you.</a:t>
            </a:r>
            <a:endParaRPr/>
          </a:p>
          <a:p>
            <a:pPr marL="2286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 b="1"/>
              <a:t>Let us explore it.</a:t>
            </a:r>
            <a:endParaRPr/>
          </a:p>
        </p:txBody>
      </p:sp>
      <p:sp>
        <p:nvSpPr>
          <p:cNvPr id="322" name="Google Shape;322;p16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23" name="Google Shape;323;p16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Position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329" name="Google Shape;329;p16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30" name="Google Shape;330;p16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Remove all the position related attributes</a:t>
            </a:r>
            <a:endParaRPr/>
          </a:p>
        </p:txBody>
      </p:sp>
      <p:pic>
        <p:nvPicPr>
          <p:cNvPr id="331" name="Google Shape;331;p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0032" y="1227909"/>
            <a:ext cx="7451935" cy="51151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337" name="Google Shape;337;p16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38" name="Google Shape;338;p16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3600"/>
              <a:t>Place the position related attributes one at a time</a:t>
            </a:r>
            <a:endParaRPr/>
          </a:p>
        </p:txBody>
      </p:sp>
      <p:pic>
        <p:nvPicPr>
          <p:cNvPr id="339" name="Google Shape;339;p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3830" y="1160930"/>
            <a:ext cx="5980393" cy="526500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overflow: visible (default) 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overflow: hidden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overflow: scroll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overflow: auto (scroll but only when needed)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overflow-x and overflow-y</a:t>
            </a: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A page titled demoOverflow.html has been shared with you. Download it and observe</a:t>
            </a:r>
            <a:endParaRPr/>
          </a:p>
        </p:txBody>
      </p:sp>
      <p:sp>
        <p:nvSpPr>
          <p:cNvPr id="345" name="Google Shape;345;p17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46" name="Google Shape;346;p17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Overflow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/>
              <a:t> box-sizing : content-box:</a:t>
            </a:r>
            <a:r>
              <a:rPr lang="en-US"/>
              <a:t> 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width = content only 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padding + border </a:t>
            </a:r>
            <a:r>
              <a:rPr lang="en-US" b="1"/>
              <a:t>expand outward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Text does NOT move inward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/>
              <a:t>Box-sizing : border-box:</a:t>
            </a:r>
            <a:r>
              <a:rPr lang="en-US"/>
              <a:t> 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width includes content + padding + border 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padding + border use space </a:t>
            </a:r>
            <a:r>
              <a:rPr lang="en-US" b="1"/>
              <a:t>inside</a:t>
            </a:r>
            <a:r>
              <a:rPr lang="en-US"/>
              <a:t> the width</a:t>
            </a:r>
            <a:endParaRPr/>
          </a:p>
          <a:p>
            <a:pPr marL="1143000" lvl="1" indent="-457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 Text IS pushed inward</a:t>
            </a:r>
            <a:endParaRPr/>
          </a:p>
          <a:p>
            <a:pPr marL="2286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/>
              <a:t>Download the file demoBoxSize.html</a:t>
            </a: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</p:txBody>
      </p:sp>
      <p:sp>
        <p:nvSpPr>
          <p:cNvPr id="352" name="Google Shape;352;p17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53" name="Google Shape;353;p17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Box-size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ct val="96774"/>
              <a:buFont typeface="Noto Sans Symbols"/>
              <a:buNone/>
            </a:pPr>
            <a:r>
              <a:rPr lang="en-US"/>
              <a:t>The properties are self explanatory.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 b="1"/>
              <a:t>font-size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 b="1"/>
              <a:t>color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 b="1"/>
              <a:t>font-family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 b="1"/>
              <a:t>font-weight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 b="1"/>
              <a:t>text-align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 b="1"/>
              <a:t>line-height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 b="1"/>
              <a:t>text-decoration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 b="1"/>
              <a:t>letter-spacing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 b="1"/>
              <a:t>word-spacing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 b="1"/>
              <a:t>text-transform</a:t>
            </a:r>
            <a:endParaRPr/>
          </a:p>
          <a:p>
            <a:pPr marL="2286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None/>
            </a:pPr>
            <a:r>
              <a:rPr lang="en-US"/>
              <a:t>Download the file and observe side by side.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ct val="96774"/>
              <a:buFont typeface="Noto Sans Symbols"/>
              <a:buNone/>
            </a:pP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96774"/>
              <a:buFont typeface="Arial"/>
              <a:buNone/>
            </a:pPr>
            <a:endParaRPr/>
          </a:p>
        </p:txBody>
      </p:sp>
      <p:sp>
        <p:nvSpPr>
          <p:cNvPr id="359" name="Google Shape;359;p17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360" name="Google Shape;360;p17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Text Related Properties</a:t>
            </a:r>
            <a:endParaRPr/>
          </a:p>
        </p:txBody>
      </p:sp>
      <p:sp>
        <p:nvSpPr>
          <p:cNvPr id="361" name="Google Shape;361;p172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background-color – you already know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background-image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background-size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background-repeat</a:t>
            </a:r>
            <a:endParaRPr/>
          </a:p>
        </p:txBody>
      </p:sp>
      <p:sp>
        <p:nvSpPr>
          <p:cNvPr id="367" name="Google Shape;367;p17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68" name="Google Shape;368;p17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Home work - background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box-shadow - makes boxes look lifted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opacity - controls transparency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cursor - changes mouse pointer (use pointer for buttons</a:t>
            </a: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Download the demoCool.html file</a:t>
            </a:r>
            <a:endParaRPr/>
          </a:p>
        </p:txBody>
      </p:sp>
      <p:sp>
        <p:nvSpPr>
          <p:cNvPr id="374" name="Google Shape;374;p17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75" name="Google Shape;375;p17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Three cool CSS properties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/>
              <a:t>max-width :</a:t>
            </a:r>
            <a:r>
              <a:rPr lang="en-US"/>
              <a:t> Sets the maximum width an element can grow to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/>
              <a:t>min-width : </a:t>
            </a:r>
            <a:r>
              <a:rPr lang="en-US"/>
              <a:t>Sets the minimum width an element must keep</a:t>
            </a:r>
            <a:endParaRPr/>
          </a:p>
          <a:p>
            <a:pPr marL="68580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/>
              <a:t>object-fit : </a:t>
            </a:r>
            <a:r>
              <a:rPr lang="en-US"/>
              <a:t>Controls how an image fits inside its box</a:t>
            </a:r>
            <a:endParaRPr/>
          </a:p>
          <a:p>
            <a:pPr marL="685800" lvl="0" indent="-304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endParaRPr/>
          </a:p>
          <a:p>
            <a:pPr marL="2286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/>
              <a:t>Download the file </a:t>
            </a:r>
            <a:r>
              <a:rPr lang="en-US" b="1"/>
              <a:t>demolast3.html </a:t>
            </a:r>
            <a:r>
              <a:rPr lang="en-US"/>
              <a:t>and check</a:t>
            </a:r>
            <a:endParaRPr b="1"/>
          </a:p>
        </p:txBody>
      </p:sp>
      <p:sp>
        <p:nvSpPr>
          <p:cNvPr id="381" name="Google Shape;381;p17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82" name="Google Shape;382;p17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Last Three Properties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388" name="Google Shape;388;p1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389" name="Google Shape;389;p126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Saturday, September 23, 2023</a:t>
            </a:r>
            <a:endParaRPr/>
          </a:p>
        </p:txBody>
      </p:sp>
      <p:sp>
        <p:nvSpPr>
          <p:cNvPr id="390" name="Google Shape;390;p126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91" name="Google Shape;391;p126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Microsoft Office PowerPoint</Application>
  <PresentationFormat>Widescreen</PresentationFormat>
  <Paragraphs>188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Tahoma</vt:lpstr>
      <vt:lpstr>Times New Roman</vt:lpstr>
      <vt:lpstr>Calibri</vt:lpstr>
      <vt:lpstr>Noto Sans Symbols</vt:lpstr>
      <vt:lpstr>Office Theme</vt:lpstr>
      <vt:lpstr>CSE 4165: Web Programming</vt:lpstr>
      <vt:lpstr>The properties that have been taught to you</vt:lpstr>
      <vt:lpstr>Some more properties we will learn about</vt:lpstr>
      <vt:lpstr>Margin</vt:lpstr>
      <vt:lpstr>Margin</vt:lpstr>
      <vt:lpstr>Margin</vt:lpstr>
      <vt:lpstr>Margin</vt:lpstr>
      <vt:lpstr>Margin</vt:lpstr>
      <vt:lpstr>Margin</vt:lpstr>
      <vt:lpstr>display</vt:lpstr>
      <vt:lpstr>display</vt:lpstr>
      <vt:lpstr>display</vt:lpstr>
      <vt:lpstr>display</vt:lpstr>
      <vt:lpstr>display</vt:lpstr>
      <vt:lpstr>display</vt:lpstr>
      <vt:lpstr>border</vt:lpstr>
      <vt:lpstr>Position</vt:lpstr>
      <vt:lpstr>Remove all the position related attributes</vt:lpstr>
      <vt:lpstr>Place the position related attributes one at a time</vt:lpstr>
      <vt:lpstr>Overflow</vt:lpstr>
      <vt:lpstr>Box-size</vt:lpstr>
      <vt:lpstr>Text Related Properties</vt:lpstr>
      <vt:lpstr>Home work - background</vt:lpstr>
      <vt:lpstr>Three cool CSS properties</vt:lpstr>
      <vt:lpstr>Last Three Properties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4165: Web Programming</dc:title>
  <dc:creator>lenovo</dc:creator>
  <cp:lastModifiedBy>aadeeb18962@outlook.com</cp:lastModifiedBy>
  <cp:revision>1</cp:revision>
  <dcterms:created xsi:type="dcterms:W3CDTF">2023-03-19T03:25:32Z</dcterms:created>
  <dcterms:modified xsi:type="dcterms:W3CDTF">2026-03-06T17:34:56Z</dcterms:modified>
</cp:coreProperties>
</file>